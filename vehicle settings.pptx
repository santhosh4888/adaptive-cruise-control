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13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4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32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5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7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5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23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23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34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36A3E-D465-4662-9255-8E9B0BFF5183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709A0-6AFD-4078-8523-069D36659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07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76" y="792557"/>
            <a:ext cx="4170919" cy="46397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054" y="792557"/>
            <a:ext cx="5339380" cy="394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1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2" y="454786"/>
            <a:ext cx="5073690" cy="24027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21" y="559330"/>
            <a:ext cx="4486481" cy="49182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2" y="437202"/>
            <a:ext cx="5073690" cy="2402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2" y="419617"/>
            <a:ext cx="5073690" cy="240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8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55" y="684094"/>
            <a:ext cx="3215919" cy="55249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469" y="570268"/>
            <a:ext cx="4598378" cy="18602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468" y="2918946"/>
            <a:ext cx="4632077" cy="320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5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09" y="224437"/>
            <a:ext cx="4984802" cy="49192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09" y="206852"/>
            <a:ext cx="4984802" cy="491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87" y="186213"/>
            <a:ext cx="5951736" cy="42523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54" y="2908628"/>
            <a:ext cx="5265876" cy="3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7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45" y="166688"/>
            <a:ext cx="5578323" cy="42294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48" y="2534065"/>
            <a:ext cx="5521505" cy="415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6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8" y="140677"/>
            <a:ext cx="5502117" cy="39398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24" y="2875507"/>
            <a:ext cx="561642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7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7" y="315193"/>
            <a:ext cx="5772682" cy="38218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80" y="2611728"/>
            <a:ext cx="5433531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6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5" y="239842"/>
            <a:ext cx="5719929" cy="44919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953" y="3553125"/>
            <a:ext cx="5845047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2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 Kotha</dc:creator>
  <cp:lastModifiedBy>Santhosh  Kotha</cp:lastModifiedBy>
  <cp:revision>5</cp:revision>
  <dcterms:created xsi:type="dcterms:W3CDTF">2025-01-28T10:40:47Z</dcterms:created>
  <dcterms:modified xsi:type="dcterms:W3CDTF">2025-02-02T17:41:47Z</dcterms:modified>
</cp:coreProperties>
</file>